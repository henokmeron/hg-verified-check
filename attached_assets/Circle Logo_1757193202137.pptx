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0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1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5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2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28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0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7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7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7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8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5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9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79A008B6-FCF1-F8E2-1EF1-EF310E8AF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ADE76C0F-9C90-A83B-79C8-FD4794C11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026" name="Picture 2" descr="Car History Check Logo">
            <a:extLst>
              <a:ext uri="{FF2B5EF4-FFF2-40B4-BE49-F238E27FC236}">
                <a16:creationId xmlns:a16="http://schemas.microsoft.com/office/drawing/2014/main" id="{5CDCFB6D-8CE5-CA82-BC55-C77AD7597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5" t="12611" r="7702" b="16998"/>
          <a:stretch>
            <a:fillRect/>
          </a:stretch>
        </p:blipFill>
        <p:spPr bwMode="auto">
          <a:xfrm rot="21600000">
            <a:off x="5534025" y="2136965"/>
            <a:ext cx="4478655" cy="4666012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65770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VanillaVTI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Henok Gebrezgabiher</dc:creator>
  <cp:lastModifiedBy>Henok Gebrezgabiher</cp:lastModifiedBy>
  <cp:revision>1</cp:revision>
  <dcterms:created xsi:type="dcterms:W3CDTF">2025-09-06T15:54:08Z</dcterms:created>
  <dcterms:modified xsi:type="dcterms:W3CDTF">2025-09-06T16:02:53Z</dcterms:modified>
</cp:coreProperties>
</file>